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6A4F">
              <a:alpha val="25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6B3FA0">
              <a:alpha val="30000"/>
            </a:srgbClr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566160" y="14630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29768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37160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to HTML Converter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579A">
              <a:alpha val="20000"/>
            </a:srgbClr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 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D6A4F">
              <a:alpha val="20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.xlsx  Excel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6B3FA0">
              <a:alpha val="20000"/>
            </a:srgbClr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4480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browser-side  ·  No server upload  ·  Semantic HTML5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documents to HTML is tedious, error-prone, and produces style-bloated code.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Manually tagging every heading, paragraph, list and table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56816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568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Word pastes bring inline styles, XML junk, MSO conditional comments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Fax numbers accidentally get tel: links alongside phone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443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Bold table headers stay as &lt;td&gt; instead of &lt;th scope="col"&gt;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3814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Multiple &lt;strong&gt; tags stack up from repeated formatting passes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164592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11 automatic transformation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093976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09397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Strips all inline styles &amp; MSO junk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542032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5420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Bold rows → &lt;th scope="col"&gt; detection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990088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9900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Fax number exclusion from tel: links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3438144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4381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Consecutive &lt;strong&gt; tag merging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88620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8862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Identical rules for file &amp; editor paths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.docx upload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.xlsx / .csv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Editor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3172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Mammoth.js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SheetJS (XLSX)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460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contenteditable HTML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2628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EF3F2"/>
          </a:solidFill>
          <a:ln w="19050">
            <a:solidFill>
              <a:srgbClr val="C84B3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2628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 styles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1772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div→p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177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span→b/i/u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62940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2940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2084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rules run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2084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 pass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2084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String pass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00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HTML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4612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4612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461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source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Download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7220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file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49640" y="4251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Conversion Rules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identically to file uploads and the text editor — same output, every time.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" y="1271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→ h2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15270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 becomes &lt;h2&gt;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9202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9202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04672" y="1956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→ tel: link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4672" y="22128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Fax numbers excluded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6060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060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04672" y="2642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Sup/Sub → Unicode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4672" y="2898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&lt;sup&gt;TM&lt;/sup&gt; → &amp;trade;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2918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2918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2918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04672" y="3328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strong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 becomes &lt;strong&gt;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9776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9776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9776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04672" y="40142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i/em → strong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4672" y="42702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italic → bold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63440" y="12344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2344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2344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102352" y="1271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underline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02352" y="15270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&lt;u&gt; unwrapped, text kept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9202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19202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19202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102352" y="1956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MSO junk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2128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&lt;xml&gt;, &lt;!--[if mso]--&gt; removed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63440" y="26060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26060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26060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102352" y="2642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entities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102352" y="2898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(C)(TM)(R) → &amp;copy;&amp;trade;&amp;reg;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63440" y="32918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63440" y="32918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32918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102352" y="3328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scope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102352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Bold row → &lt;th scope="col"&gt;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63440" y="397764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63440" y="3977640"/>
            <a:ext cx="365760" cy="594360"/>
          </a:xfrm>
          <a:prstGeom prst="roundRect">
            <a:avLst>
              <a:gd name="adj" fmla="val 20000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63440" y="39776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02352" y="40142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Bluecard®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102352" y="42702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Bluecard → Bluecard&amp;reg;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4663440"/>
            <a:ext cx="8412480" cy="320040"/>
          </a:xfrm>
          <a:prstGeom prst="roundRect">
            <a:avLst>
              <a:gd name="adj" fmla="val 22857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11 — &amp;nbsp; → regular space    |    Rule C — Consecutive &lt;strong&gt; merging: nested &amp; adjacent tags collapsed into one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Text Editor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828800" y="14447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Paragraph, H2–H6, Blockquote, Code block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189280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28800" y="1920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Underline, Strikethrough, Sup/Sub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list, Numbered list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843784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828800" y="28712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Left, Centre, Right, Justify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319272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467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3467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/ Decrease indent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221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828800" y="3822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(with URL prompt), Horizontal rule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27024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976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828800" y="42976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formatting, Clear all content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HTML → Clean Semantic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41732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14447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&lt;div&gt;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03720" y="14447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&lt;p&gt;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189280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style="font-weight"&gt;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&lt;b&gt; → &lt;strong&gt;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46320" y="2368296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23957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style="font-style"&gt;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03720" y="239572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&lt;i&gt; → &lt;strong&gt;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46320" y="2843784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712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style="underline"&gt;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903720" y="28712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&lt;u&gt; → removed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3319272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3467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style="text-align:…"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03720" y="33467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46320" y="379476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8221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color="…"&gt;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03720" y="38221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tag removed, text kept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46320" y="427024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class="…"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903720" y="42976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Table Detection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first-row cells are automatically promoted to semantic column headings.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(Mammoth raw output)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&lt;td&gt;&lt;strong&gt;Name&lt;/strong&gt;&lt;/td&gt;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&lt;td&gt;&lt;strong&gt;Role&lt;/strong&gt;&lt;/td&gt;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&lt;td&gt;&lt;strong&gt;Dept&lt;/strong&gt;&lt;/td&gt;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&lt;td&gt;Alice&lt;/td&gt;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&lt;td&gt;Engineer&lt;/td&gt;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&lt;td&gt;Tech&lt;/td&gt;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91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(Rule B applied)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scope="col"&gt;Name&lt;/th&gt;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scope="col"&gt;Role&lt;/th&gt;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scope="col"&gt;Dept&lt;/th&gt;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&lt;td&gt;Alice&lt;/td&gt;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&lt;td&gt;Engineer&lt;/td&gt;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&lt;td&gt;Tech&lt;/td&gt;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321040" cy="685800"/>
          </a:xfrm>
          <a:prstGeom prst="roundRect">
            <a:avLst>
              <a:gd name="adj" fmla="val 1333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062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Rule:  </a:t>
            </a:r>
            <a:pPr indent="0" marL="0">
              <a:buNone/>
            </a:pPr>
            <a:r>
              <a:rPr lang="en-US" sz="1000" dirty="0">
                <a:solidFill>
                  <a:srgbClr val="9A98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cells in first row are bold  →  </a:t>
            </a:r>
            <a:pPr indent="0" marL="0">
              <a:buNone/>
            </a:pPr>
            <a:r>
              <a:rPr lang="en-US" sz="10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 scope="col"&gt; + &lt;thead&gt;/&lt;tbody&gt;</a:t>
            </a:r>
            <a:pPr indent="0" marL="0">
              <a:buNone/>
            </a:pPr>
            <a:r>
              <a:rPr lang="en-US" sz="10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Any cell not bold  →  table left unchanged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Mammoth.js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→ HTML conversion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Word documents to clean HTML, then our rules normalise the output.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SheetJS (xlsx)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 parsing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2900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.xlsx, .xls and .csv files. All sheets converted to HTML tables.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contenteditable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rich text editor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508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browser API. sanitizeEditorHtml() normalises the output before rules run.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DOMParser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transformation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DOM-based rules run in a detached document — never touches the live page.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0EE"/>
          </a:solidFill>
          <a:ln w="19050">
            <a:solidFill>
              <a:srgbClr val="C84B3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2900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B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execCommand API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2900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alignment, lists, indent — standard browser formatting commands.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5508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dependencies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CDN, no framework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5508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libraries are bundled locally. Works fully offline once downloaded.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2D6A4F">
              <a:alpha val="20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run locally — open index.html and start converting.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18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upload via Mammoth.js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050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&amp; CSV via SheetJS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482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text editor with full toolbar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18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row → semantic th scope="col"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050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links, fax excluded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482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styles in output — pure HTML tags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required: index.html  ·  app.js  ·  style.css  ·  mammoth.min.js  ·  xlsx.min.js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doc→html Converter — Project Demo</dc:title>
  <dc:subject>PptxGenJS Presentation</dc:subject>
  <dc:creator>doc→html Team</dc:creator>
  <cp:lastModifiedBy>doc→html Team</cp:lastModifiedBy>
  <cp:revision>1</cp:revision>
  <dcterms:created xsi:type="dcterms:W3CDTF">2026-06-10T10:34:18Z</dcterms:created>
  <dcterms:modified xsi:type="dcterms:W3CDTF">2026-06-10T10:34:18Z</dcterms:modified>
</cp:coreProperties>
</file>